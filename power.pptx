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9FE89-B97F-43A1-98AC-294F6404D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3C712F-7E63-4E38-A1F7-A4129AF15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5F91E-3FDF-4DEB-961B-1134F2968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543A-4C2B-44CA-85A0-07BE563E6E43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C7836-5A7E-4262-AF3D-06246B0F1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5C7A6-E717-493F-8619-899F1797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553DE-2FFC-457F-8B45-85A7C1031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41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CDD6E-F952-4F6D-A8DF-8BBF2870F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C684-E972-4E94-A49B-B2C72401C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08C9A-28DC-488A-A8AF-0A0ECD9EF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543A-4C2B-44CA-85A0-07BE563E6E43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079E9-913C-4670-BB7A-224C37C51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F2432-F490-4278-A1BC-E9AE3DE5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553DE-2FFC-457F-8B45-85A7C1031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54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1915-6205-4DD4-A252-919A1CB1D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1E9A7-0332-47A1-A586-A22474B44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87D81-E60A-4E29-93B0-09CFE979C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543A-4C2B-44CA-85A0-07BE563E6E43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1C588-38A3-4B41-97BB-C327A7123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B42F2-9D26-4B48-BC34-CFFB6EF04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553DE-2FFC-457F-8B45-85A7C1031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191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B304A-D88B-4A74-BC9F-5C4A8AD10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99342-A2E0-4E43-829C-7AD925E3ED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C99EB-E20F-4A32-84F8-9F739340B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97485-A4FC-45AC-A501-D11A86321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543A-4C2B-44CA-85A0-07BE563E6E43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F923E-3721-46DB-AA0D-D58DD1399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E60E7-8729-4088-A466-1F58C857D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553DE-2FFC-457F-8B45-85A7C1031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7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CD214-4E02-4F8A-8E4F-A1686B614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02651-F9B6-40B9-A498-BB88D7070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6A29E-FB97-42F2-A017-4EEF79B25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D76B24-2AE2-4609-9E3E-3A9C5098F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0F56B8-85BF-482F-88A0-A5D9A7A1A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CB345F-9213-4B4E-8154-04C2312D4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543A-4C2B-44CA-85A0-07BE563E6E43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3277DA-BFA5-4257-B149-14B1A046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6553D5-D7E6-40CE-8168-61828FE94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553DE-2FFC-457F-8B45-85A7C1031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82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4383-FA81-4818-9277-BDFE9D96C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B71EEB-93B8-410B-990B-BA5698DB8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543A-4C2B-44CA-85A0-07BE563E6E43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C86583-4AC3-4B2C-981D-B8E9F084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B47CE-B56D-44E8-87E9-F20015A03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553DE-2FFC-457F-8B45-85A7C1031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56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51BDBB-3D20-4F1B-B546-98A0F733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543A-4C2B-44CA-85A0-07BE563E6E43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6E0C7E-2C35-4F00-99D4-CCAB26E3E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A77CA-847C-43BE-8DDD-12774443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553DE-2FFC-457F-8B45-85A7C1031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52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0BFDC-F9BD-4CAF-8299-28800FCA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B1F0F-6163-4F3D-8958-BD69F627D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BCA8E-0EB4-4E5F-8C94-143C3CF04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D9631-785E-4004-98DC-9F342FD9C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543A-4C2B-44CA-85A0-07BE563E6E43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DE213-A133-4E3E-A536-522F4B362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92390-5A7E-43B0-BD76-CE3521125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553DE-2FFC-457F-8B45-85A7C1031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29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A80E6-470D-4E83-91EA-9820DB83E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2ECA23-B586-44C1-B962-DAABB139E1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DD2D1-0B69-4C65-AD7E-5C41145FC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33F6B-B7C5-41BC-BEB8-ACA87AA4A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543A-4C2B-44CA-85A0-07BE563E6E43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917E1-04AE-4CB2-A6D8-979824FE7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9ED2C-C732-4379-9ABF-E9BA2CBA3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553DE-2FFC-457F-8B45-85A7C1031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67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0C2E5-03DC-477A-82C5-BDABCBBBC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33D98-DB0F-4ED7-B010-3282A3C3D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AF2B2-7DEE-4B46-B226-4B9386A45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543A-4C2B-44CA-85A0-07BE563E6E43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0E740-671C-49EB-B54A-A0DBE3571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D79AC-6C97-42EB-A4FB-294F202DB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553DE-2FFC-457F-8B45-85A7C1031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72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F09697-1E27-44E8-A8D8-5A36DC7D5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166437-D753-4091-BAC2-9348E67A0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4E5D6-7B6D-483B-8D87-AEA6F66AB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543A-4C2B-44CA-85A0-07BE563E6E43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31FFB-CA97-46D8-9D65-8BBC0FC3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A5FF9-4946-4FFE-9117-56B388E04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553DE-2FFC-457F-8B45-85A7C1031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05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BF1451-076D-4BCB-B53C-4675B03A0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29EE2-3AA6-4133-A8D0-5FE477EFF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A4FE6-54E2-4671-BB29-7DC0446F7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8543A-4C2B-44CA-85A0-07BE563E6E43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AD5F2-1885-49C9-B875-745FCE5FB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EA3D1-DF19-49BD-BC17-447AECA03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553DE-2FFC-457F-8B45-85A7C1031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8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2076-9E0A-40EA-ACD6-5B796E0D6D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fdfghj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EC1457-86F0-45DD-9CAA-70316AFA05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ghbjnknb</a:t>
            </a:r>
          </a:p>
        </p:txBody>
      </p:sp>
    </p:spTree>
    <p:extLst>
      <p:ext uri="{BB962C8B-B14F-4D97-AF65-F5344CB8AC3E}">
        <p14:creationId xmlns:p14="http://schemas.microsoft.com/office/powerpoint/2010/main" val="655553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fdfghj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fdfghj</dc:title>
  <dc:creator>Priti Aryal</dc:creator>
  <cp:lastModifiedBy>Priti Aryal</cp:lastModifiedBy>
  <cp:revision>2</cp:revision>
  <dcterms:created xsi:type="dcterms:W3CDTF">2022-02-21T11:20:48Z</dcterms:created>
  <dcterms:modified xsi:type="dcterms:W3CDTF">2022-02-21T11:23:58Z</dcterms:modified>
</cp:coreProperties>
</file>